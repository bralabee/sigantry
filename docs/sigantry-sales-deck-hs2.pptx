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60320"/>
            <a:ext cx="9144000" cy="36576"/>
          </a:xfrm>
          <a:prstGeom prst="rect">
            <a:avLst/>
          </a:prstGeom>
          <a:solidFill>
            <a:srgbClr val="F5F0E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697480"/>
            <a:ext cx="9144000" cy="36576"/>
          </a:xfrm>
          <a:prstGeom prst="rect">
            <a:avLst/>
          </a:prstGeom>
          <a:solidFill>
            <a:srgbClr val="F5F0E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SIGANTRY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DataOps for Microsoft Fabric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HS2 turns Fabric deployments into version-controlled, traceable, auditable releases — on Azure DevOps or GitHub.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280160" cy="27432"/>
          </a:xfrm>
          <a:prstGeom prst="rect">
            <a:avLst/>
          </a:prstGeom>
          <a:solidFill>
            <a:srgbClr val="F5F0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 DataOps  ·  Sales briefing  ·  May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v3.0.0-alpha.4  ·  Apache-2.0  ·  github.com/Bralabee/fabric_dataops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 is excellent. The delivery surface around it is a mess.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863340" cy="818388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74520"/>
            <a:ext cx="64008" cy="818388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011680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Bespoke deploys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404872"/>
            <a:ext cx="35890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tenant layers parameter wrangling, RBAC, labels, and promotion logic on top of fabric-cicd differently.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32020" y="1874520"/>
            <a:ext cx="3863340" cy="818388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2020" y="1874520"/>
            <a:ext cx="64008" cy="818388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3188" y="2011680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audit trail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3188" y="2404872"/>
            <a:ext cx="35890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 deploys a lakehouse. Nobody can answer ‘which ticket authorised this, what tests passed, who approved prod’ without manual archaeology.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94076"/>
            <a:ext cx="3863340" cy="818388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894076"/>
            <a:ext cx="64008" cy="818388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031236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real test gates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3424428"/>
            <a:ext cx="35890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‘Run a notebook after the deploy and hope.’ Smoke, integration, and approval gates aren't first-class stages.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32020" y="2894076"/>
            <a:ext cx="3863340" cy="818388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020" y="2894076"/>
            <a:ext cx="64008" cy="818388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3188" y="3031236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Rollback prayer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3188" y="3424428"/>
            <a:ext cx="35890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‘git revert + redeploy + cross fingers’ — and it breaks the moment item logicalIds drift between releases.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3863340" cy="818388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13632"/>
            <a:ext cx="64008" cy="818388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" y="4050792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drift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8368" y="4443984"/>
            <a:ext cx="35890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clicks something in the Fabric portal. Two weeks later repo and workspace disagree. Nobody notices until prod breaks.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2020" y="3913632"/>
            <a:ext cx="3863340" cy="818388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32020" y="3913632"/>
            <a:ext cx="64008" cy="818388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3188" y="4050792"/>
            <a:ext cx="35890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Reinvent the wheel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33188" y="4443984"/>
            <a:ext cx="358902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strategy, PR-review checklists, semantic-model diff visibility — re-derived per team.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problem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TIMING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Fabric is the fastest-growing data platform in Microsoft's history.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CI/CD surface around it is still under construction — that's the gap.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219456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2194560"/>
            <a:ext cx="64008" cy="21031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31,000+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9436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customers (early 2026)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blog, FabCon 2026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219456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2194560"/>
            <a:ext cx="64008" cy="21031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Feb 2026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2900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fabric-cicd officially supported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2900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blog announcement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2194560"/>
            <a:ext cx="26517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194560"/>
            <a:ext cx="64008" cy="21031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423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 2026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63640" y="33375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`fabric deploy` CLI command lands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63640" y="3886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March 2026 summary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ships the deploy. Sigantry ships the governance and provenance layer around it.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Market timing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 THE BOX TODAY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concrete capabilities. All shipped. All tested.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38528" cy="141503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64008" cy="141503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9280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deploy run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286000"/>
            <a:ext cx="1755648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Microsoft's fabric-cicd with parameter substitution, retry, and LRO handling.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23744" y="1783080"/>
            <a:ext cx="1938528" cy="141503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23744" y="1783080"/>
            <a:ext cx="64008" cy="141503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60904" y="189280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release record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60904" y="2286000"/>
            <a:ext cx="1755648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an immutable DeployRecord (release_id, audit_hash, work-item ref, test evidence) and comments back on the ADO/GitHub work item.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90288" y="1783080"/>
            <a:ext cx="1938528" cy="141503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0288" y="1783080"/>
            <a:ext cx="64008" cy="141503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89280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sync apply / pull / diff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2286000"/>
            <a:ext cx="1755648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state ↔ repo. --fail-on-drift makes drift a CI failure, not a discovery.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656832" y="1783080"/>
            <a:ext cx="1938528" cy="141503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56832" y="1783080"/>
            <a:ext cx="64008" cy="141503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93992" y="189280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workspace bootstrap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93992" y="2286000"/>
            <a:ext cx="1755648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Five-call probe-before-act greenfield materialiser (PR #55). Idempotent re-runs report `already-converged`.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362706"/>
            <a:ext cx="1938528" cy="141503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362706"/>
            <a:ext cx="64008" cy="141503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7243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deploy --rollback --to-release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94360" y="3865626"/>
            <a:ext cx="1755648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by release id, not by git revert prayer. Verified against the deploy ledger.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23744" y="3362706"/>
            <a:ext cx="1938528" cy="141503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3744" y="3362706"/>
            <a:ext cx="64008" cy="141503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60904" y="347243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pr-bot run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660904" y="3865626"/>
            <a:ext cx="1755648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TMDL and Lakehouse metadata-file diffs on every PR. Reviewers see semantic-model changes.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90288" y="3362706"/>
            <a:ext cx="1938528" cy="141503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90288" y="3362706"/>
            <a:ext cx="64008" cy="141503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27448" y="347243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Dual-CI parity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3865626"/>
            <a:ext cx="1755648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template ships as ADO YAML and GHA workflow. Gated by scripts/ci/check-dual-ci-parity.py (pairs=3, errors=0).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656832" y="3362706"/>
            <a:ext cx="1938528" cy="141503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56832" y="3362706"/>
            <a:ext cx="64008" cy="141503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93992" y="3472434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protocol seams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793992" y="3865626"/>
            <a:ext cx="1755648" cy="820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DeployProfile · DQ Gate · Telemetry · Auth · Runbook · Capacity · WorkItem · Notification · SecretStore · ApprovalGate · PR-bot.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Capabilities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WEDGE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Work-item traceability plus an immutable deploy audit.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off-the-shelf in the Microsoft Fabric ecosystem cleanly links a Fabric deployment back to an ADO work item or a GitHub issue with an immutable audit record.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8952" y="2788920"/>
            <a:ext cx="178308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97180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 + work item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AB#1234 or gh issue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51176" y="3456432"/>
            <a:ext cx="146304" cy="3657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06624" y="2788920"/>
            <a:ext cx="178308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297180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sigantry deploy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16352" y="34747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fabric-cicd wrapped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98848" y="3456432"/>
            <a:ext cx="146304" cy="3657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2788920"/>
            <a:ext cx="178308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4024" y="297180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DeployRecord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64024" y="34747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release_id + audit_hash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46520" y="3456432"/>
            <a:ext cx="146304" cy="3657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2788920"/>
            <a:ext cx="1783080" cy="1371600"/>
          </a:xfrm>
          <a:prstGeom prst="rect">
            <a:avLst/>
          </a:prstGeom>
          <a:solidFill>
            <a:srgbClr val="F5F0E8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97180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back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11696" y="3474720"/>
            <a:ext cx="1563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changed + tests + approver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single capability that makes Sigantry worth adopting over ‘ADO + fabric-cicd + glue’.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·  1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Wraps Microsoft. Doesn't replace it.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keep every Microsoft investment they already have.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9319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65960"/>
            <a:ext cx="64008" cy="260604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Sigantry wraps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fabric-cicd — Microsoft-official since Feb 2026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ms-fabric-cli — Microsoft-official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msfabricpysdkcore — community, used in MS samples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semantic-link-labs — community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azure-identity — DefaultAzureCredential everywhere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39319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965960"/>
            <a:ext cx="64008" cy="260604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Sigantry does not reinvent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5603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Fabric replacement / lakehouse engine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lineage engine (use Purview)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 DQ engine (plug yours 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DSL over Fabric APIs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managed service (v3.0 is OSS)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cross-cloud abstraction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‘First-party-feeling, not vendor-locked.’ — Sigantry Product Brief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Why it works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·  2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Dual-CI parity from day one. ADO and GitHub.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lands in both, or it blocks the merge. CI-agnostic toolkits lose half the market.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57400"/>
            <a:ext cx="3931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57400"/>
            <a:ext cx="64008" cy="219456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Azure DevOps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6060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templates/stages/{ci, cd-dev,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cd-test, cd-prod}.yml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FabricCLI@1 task auto-provisions auth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federation (OIDC) — no secrets in repo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5-stage: build → smoke → integ → approve → promote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393192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057400"/>
            <a:ext cx="64008" cy="219456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194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26060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sigantry-deploy-with-tests.yml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OIDC federated credentials (no PATs)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 + environment-scoped reviewers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Byte-identical POST bodies vs ADO half — proven in tests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348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Parity gate:  scripts/ci/check-dual-ci-parity.py  →  pairs=3 · exceptions=9 · errors=0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Why it works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·  3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Eleven protocol seams. Override any one. No forks.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impls ship in the base. Customers replace what they care about, keep the rest.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011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DeployProfile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76072" y="2331720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items deploy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23744" y="1920240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23744" y="1920240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42616" y="2011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DataQualityGate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642616" y="2331720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DQ engine (GE, Soda, dq_framework, etc.)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90288" y="1920240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90288" y="1920240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011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TelemetrySink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2331720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Analytics, Datadog, OTel, stdout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56832" y="1920240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56832" y="1920240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5704" y="2011680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AuthProvider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775704" y="2331720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group, MSI, federated creds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851404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851404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294284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RunbookRegistry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76072" y="3262884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alerts link to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23744" y="2851404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3744" y="2851404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42616" y="294284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CapacityPolicy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42616" y="3262884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Auto-pause / scale rules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90288" y="2851404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90288" y="2851404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94284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WorkItemProvider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09160" y="3262884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or GitHub (or your own)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56832" y="2851404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56832" y="2851404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75704" y="2942844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NotificationSink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75704" y="3262884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Slack, email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3782568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3782568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6072" y="387400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SecretStore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76072" y="4194048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Vault, GitHub Secrets, your HSM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23744" y="3782568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23744" y="3782568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42616" y="387400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ApprovalGate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2642616" y="4194048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OPA policy, custom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90288" y="3782568"/>
            <a:ext cx="1938528" cy="812292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3782568"/>
            <a:ext cx="64008" cy="812292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874008"/>
            <a:ext cx="1773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F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PrReviewBot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4709160" y="4194048"/>
            <a:ext cx="1773936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TMDL + Lakehouse diff posting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plugins discovered across 11 seam groups via sigantry doctor on master tip.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Plugin model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  ·  4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audit plane is deliberately not pluggable.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could swap it, a misconfigured sink could suppress evidence. That's not an audit trail.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4023360" cy="265176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1214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DeployRecord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release_id: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sync-publish-2026-05-06T12Z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audit_hash: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d233e645…  (SHA-256 chain)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workspace_id: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effa6941-…-95339152f4b2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work_item_ref: 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AB#1234 / gh#42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fabric_items:  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 changed]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test_evidence: 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 + integ PASS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approver:      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olusanmi@hs2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ts:             </a:t>
            </a:r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2026-05-06T12:32:18Z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83480" y="2011680"/>
            <a:ext cx="402336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2011680"/>
            <a:ext cx="64008" cy="265176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1214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non-pluggable matters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2468880"/>
            <a:ext cx="3703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prev_hash chain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tamper-evident sequence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verify_audit_chain()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record validates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audit_chain_migrate atomic + flock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torn writes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Operator-visible trust list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opt-in via doctor --strict-trust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Audit plane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·  1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“Show me everything that shipped to prod last quarter.”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9319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64008" cy="2788920"/>
          </a:xfrm>
          <a:prstGeom prst="rect">
            <a:avLst/>
          </a:prstGeom>
          <a:solidFill>
            <a:srgbClr val="8B6F6F"/>
          </a:solidFill>
          <a:ln w="12700">
            <a:solidFill>
              <a:srgbClr val="8B6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(without Sigantry)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ADO commit history per pipeline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every ADO pipeline run for the quarter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Teams DMs for ‘who approved this’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nobody ran a hot-fix outside the pipeline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map commits to tickets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3-5 days of archaeology per 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737360"/>
            <a:ext cx="39319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737360"/>
            <a:ext cx="64008" cy="2788920"/>
          </a:xfrm>
          <a:prstGeom prst="rect">
            <a:avLst/>
          </a:prstGeom>
          <a:solidFill>
            <a:srgbClr val="2F6F3F"/>
          </a:solidFill>
          <a:ln w="12700">
            <a:solidFill>
              <a:srgbClr val="2F6F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Sigantry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3317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sigantry release list --audit-dir ~/.sigantry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sigantry release diff &lt;r1&gt; &lt;r2&gt; --json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ledger. One query. Every prod deploy returns: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release_id · work_item_ref · audit_hash · approver · test_evidence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2F6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minutes, with cryptographic proof.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(Platform Lead persona): ≥95% of prod Fabric deploys carry a linked work item + audit record within 60 days.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Use cases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·  2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“Roll back yesterday's deploy.”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9319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37360"/>
            <a:ext cx="64008" cy="2788920"/>
          </a:xfrm>
          <a:prstGeom prst="rect">
            <a:avLst/>
          </a:prstGeom>
          <a:solidFill>
            <a:srgbClr val="8B6F6F"/>
          </a:solidFill>
          <a:ln w="12700">
            <a:solidFill>
              <a:srgbClr val="8B6F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revert + redeploy + pray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logicalIds drift between releases — rebuilt items don't match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IDs regenerate on branch-out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substitutions are re-applied (or aren't)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Library values may be ahead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extends into the night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737360"/>
            <a:ext cx="393192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737360"/>
            <a:ext cx="64008" cy="2788920"/>
          </a:xfrm>
          <a:prstGeom prst="rect">
            <a:avLst/>
          </a:prstGeom>
          <a:solidFill>
            <a:srgbClr val="2F6F3F"/>
          </a:solidFill>
          <a:ln w="12700">
            <a:solidFill>
              <a:srgbClr val="2F6F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Sigantry rollback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3317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sigantry deploy run --rollback \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--to-release &lt;release_id&gt; \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C48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--workspace-id $WSID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the exact prior DeployRecord. Releases-as-state, not commits-as-state.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Audit-2026-05-07 hardened: prev_hash chain prevents replay attacks.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(Head of Data persona): MTTR-rollback under 5 minutes from decision to production-state-restored.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·  Use cases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·  3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“Did anyone click anything in the portal that we don't have in Git?”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scheduled workflow ships in both ADO and GitHub Actions, fail-closed on drift: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377440"/>
            <a:ext cx="8138160" cy="50292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774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DB6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diff --workspace-id $WSID --manifest sync.yml --fail-on-drift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01752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017520"/>
            <a:ext cx="64008" cy="1417320"/>
          </a:xfrm>
          <a:prstGeom prst="rect">
            <a:avLst/>
          </a:prstGeom>
          <a:solidFill>
            <a:srgbClr val="2F6F3F"/>
          </a:solidFill>
          <a:ln w="12700">
            <a:solidFill>
              <a:srgbClr val="2F6F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drift  ·  exit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job is skipped. Workspace and manifest agree. Continue your day.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01752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3017520"/>
            <a:ext cx="64008" cy="14173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detected  ·  exit non-zero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5204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drift.json artefact published; NotificationSink posts the drift card to Teams / Slack / email. Engineering investigates.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is detected on day one, not discovered the next time prod breaks.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·  Use cases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 ·  4 OF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Fresh laptop to first green deploy in fifteen minutes.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sigantry-starter template repo + 4 env vars + 3 commands.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11096"/>
            <a:ext cx="868680" cy="31089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1109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911096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gh repo clone sigantry/sigantry-starter &amp;&amp; cd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295144"/>
            <a:ext cx="868680" cy="31089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9514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29514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"sigantry-core&gt;=3.0"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679192"/>
            <a:ext cx="868680" cy="31089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6791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679192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4 env vars: TENANT_ID / WORKSPACE_ID / CAPACITY_ID / FABRIC_TOKEN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868680" cy="31089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6324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063240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config validate parameters.yml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447288"/>
            <a:ext cx="868680" cy="31089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4472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6:00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447288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sync apply --manifest sync.yml --workspace-id $WSID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831336"/>
            <a:ext cx="868680" cy="310896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8313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91640" y="3831336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sigantry diff --workspace-id $WSID --manifest sync.yml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15384"/>
            <a:ext cx="868680" cy="310896"/>
          </a:xfrm>
          <a:prstGeom prst="rect">
            <a:avLst/>
          </a:prstGeom>
          <a:solidFill>
            <a:srgbClr val="2F6F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215384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0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15:00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91640" y="4215384"/>
            <a:ext cx="6995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6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deploy + DeployRecord written + drift = 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(Data Engineer persona): time-to-first-deploy on a fresh laptop, validated by an outside reviewer.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·  Use cases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THIS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personas. Three concrete metrics. One buying committee.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259080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64008" cy="27889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2590800" cy="502920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64008" cy="502920"/>
          </a:xfrm>
          <a:prstGeom prst="rect">
            <a:avLst/>
          </a:prstGeom>
          <a:solidFill>
            <a:srgbClr val="2C4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37360"/>
            <a:ext cx="2362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lead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" y="2286000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21792" y="2487168"/>
            <a:ext cx="236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“Can't prove compliance posture without manual archaeology.”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" y="3108960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capability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21792" y="3310128"/>
            <a:ext cx="236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Non-pluggable audit plane + DeployRecord chain.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767328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3968496"/>
            <a:ext cx="236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of prod deploys carry a linked work item + audit hash within 60 days.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30880" y="1691640"/>
            <a:ext cx="259080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0880" y="1691640"/>
            <a:ext cx="64008" cy="27889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30880" y="1691640"/>
            <a:ext cx="2590800" cy="502920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30880" y="1691640"/>
            <a:ext cx="64008" cy="502920"/>
          </a:xfrm>
          <a:prstGeom prst="rect">
            <a:avLst/>
          </a:prstGeom>
          <a:solidFill>
            <a:srgbClr val="2C4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3760" y="1737360"/>
            <a:ext cx="2362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 of data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95472" y="2286000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95472" y="2487168"/>
            <a:ext cx="236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“Incidents take hours to triage. Nobody can tell what changed when.”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95472" y="3108960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capability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95472" y="3310128"/>
            <a:ext cx="236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Five-stage pipeline with rollback-by-release-id.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95472" y="3767328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95472" y="3968496"/>
            <a:ext cx="236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rollback (MTTR-rollback) under 5 minutes.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04560" y="1691640"/>
            <a:ext cx="2590800" cy="27889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04560" y="1691640"/>
            <a:ext cx="64008" cy="278892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04560" y="1691640"/>
            <a:ext cx="2590800" cy="502920"/>
          </a:xfrm>
          <a:prstGeom prst="rect">
            <a:avLst/>
          </a:prstGeom>
          <a:solidFill>
            <a:srgbClr val="7A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04560" y="1691640"/>
            <a:ext cx="64008" cy="502920"/>
          </a:xfrm>
          <a:prstGeom prst="rect">
            <a:avLst/>
          </a:prstGeom>
          <a:solidFill>
            <a:srgbClr val="2C4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87440" y="1737360"/>
            <a:ext cx="2362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engineer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69152" y="2286000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69152" y="2487168"/>
            <a:ext cx="2362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“Half my week on YAML plumbing and PR archaeology, not actual data work.”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69152" y="3108960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capability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69152" y="3310128"/>
            <a:ext cx="2362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sigantry-starter + TMDL/Lakehouse PR-review bot.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69152" y="3767328"/>
            <a:ext cx="2362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69152" y="3968496"/>
            <a:ext cx="2362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Time-to-first-deploy under 15 minutes on a fresh laptop.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·  Personas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 ·  1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already do this manually.”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sale. Three reframes you can use in the room.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8138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64008" cy="8686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11680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93852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is not auditable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71600" y="224028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deploys produce no immutable claim chain. When SOC2 / internal audit asks, you cross-reference commit logs, ADO runs, and Slack DMs. Sigantry produces a verifiable audit_hash per release — load-bearing for regulated industries.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8138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788920"/>
            <a:ext cx="64008" cy="8686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971800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89864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is fine until the second environment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371600" y="320040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Single-workspace teams can keep clicking. The moment dev → preprod → prod exists, manual stops scaling and configuration drift becomes silent. The ICP cutoff in the brief is ‘has multiple environments, or is about to.’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8138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49040"/>
            <a:ext cx="64008" cy="8686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931920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858768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labour is not free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71600" y="4160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it: hours per week the platform team spends on YAML plumbing + PR archaeology + post-incident ‘what changed’ archaeology. The data-engineer persona's baseline is half a week of YAML plumbing — annualised, that is one engineer.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·  Objections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  ·  2 OF 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don't want external dependencies.”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built around exactly this concern.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3986784" cy="136931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828800"/>
            <a:ext cx="64008" cy="136931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11680"/>
            <a:ext cx="457200" cy="45720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01168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It's a wrapper, not a competitor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3712464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wraps fabric-cicd (Microsoft-official), ms-fabric-cli (Microsoft-official), msfabricpysdkcore (community). Customers keep every Microsoft investment they have.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54296" y="1828800"/>
            <a:ext cx="3986784" cy="136931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4296" y="1828800"/>
            <a:ext cx="64008" cy="136931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37176" y="2011680"/>
            <a:ext cx="457200" cy="45720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37176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31536" y="2011680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Apache-2.0 with patent grant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37176" y="2514600"/>
            <a:ext cx="3712464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it tomorrow. The patent grant is load-bearing for enterprise legal review of multi-vendor-API integrations — MIT alone is not enough. ADR-0010 documents this decision.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362706"/>
            <a:ext cx="3986784" cy="136931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362706"/>
            <a:ext cx="64008" cy="136931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545586"/>
            <a:ext cx="457200" cy="45720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455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54558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 model: keep your internals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048506"/>
            <a:ext cx="3712464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DQ engine, your Entra group auth, your Key Vault, your Teams channel — all plug-in points. The base ships working reference impls so you don't have to write any plugin to start.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54296" y="3362706"/>
            <a:ext cx="3986784" cy="1369314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54296" y="3362706"/>
            <a:ext cx="64008" cy="1369314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37176" y="3545586"/>
            <a:ext cx="457200" cy="457200"/>
          </a:xfrm>
          <a:prstGeom prst="ellipse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37176" y="354558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31536" y="3545586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Brownfield-safe, verified twice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37176" y="4048506"/>
            <a:ext cx="3712464" cy="5920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UATs on 2026-05-01 and 2026-05-06 against COE_F_SBDEVOPS_POC proved the no-existing-items-disturbed invariant on a workspace with 42 items + 8 folders pre-existing.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·  Objections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Sigantry vs. fabric-cicd alone vs. roll-your-own vs. proprietary.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60020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62072" y="1600200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fabric-cicd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87952" y="1600200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Roll-your-own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59552" y="1600200"/>
            <a:ext cx="1271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usf_fabric_cli*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976872" y="160020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659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items to Fabric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862072" y="19659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87952" y="196596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59552" y="196596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76872" y="196596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(wraps fabric-cicd)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24028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Work-item traceability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62072" y="22402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87952" y="224028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559552" y="224028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976872" y="224028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ADO + GitHub seam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25146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deploy ledger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62072" y="25146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87952" y="25146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559552" y="25146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JSONL only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76872" y="251460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SHA-256 prev_hash chain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0352" y="27889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by release id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862072" y="27889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87952" y="278892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revert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59552" y="27889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DeploymentState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76872" y="278892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 end-to-end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0352" y="306324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Dual-CI (ADO + GHA) parity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862072" y="306324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87952" y="306324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59552" y="306324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76872" y="306324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gate enforces parity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0352" y="33375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model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862072" y="333756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187952" y="333756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559552" y="333756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per customer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76872" y="333756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11 protocol seams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361188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862072" y="361188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187952" y="361188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59552" y="361188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976872" y="361188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--fail-on-drift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0352" y="388620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PR-review bot (TMDL/Lakehouse)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862072" y="388620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87952" y="388620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59552" y="388620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76872" y="388620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both providers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0352" y="41605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862072" y="4160520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87952" y="4160520"/>
            <a:ext cx="1225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559552" y="4160520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(Ricoh)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976872" y="4160520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+ patent grant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44988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*usf_fabric_cli_cicd is a proprietary CLI (Ricoh / JToye) at v1.9.2; surveyed in docs/RELATED-WORK.md.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·  Competition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is when Fabric compliance frameworks tighten.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Fabric/Purview logs answer ‘what changed’. Sigantry answers ‘who authorised it, against which ticket, with what test evidence’.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263347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331720"/>
            <a:ext cx="64008" cy="23317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688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2 Type II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59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carries SOC 2 Type II. The application layer above (your deploys) is your responsibility. Sigantry's DeployRecord supplies the change-management evidence auditors ask for.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Zionclouds, data-driven.com (2026)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55264" y="2331720"/>
            <a:ext cx="263347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55264" y="2331720"/>
            <a:ext cx="64008" cy="23317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24688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HIPAA / ISO 27001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2926080"/>
            <a:ext cx="2359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demand traceable change control with named approvers and reproducible state. Sigantry's approver field + prev_hash chain + rollback-by-release-id meet the bar.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38144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Zionclouds, EPC Group (2026)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53328" y="2331720"/>
            <a:ext cx="2633472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3328" y="2331720"/>
            <a:ext cx="64008" cy="23317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2468880"/>
            <a:ext cx="2359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OneLake Security (GA 2026)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36208" y="2926080"/>
            <a:ext cx="23591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access enforced across compute engines. Sigantry's seams (Auth, SecretStore, ApprovalGate) compose with Microsoft's controls — no shadow auth.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36208" y="429768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Fabric March 2026 summary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·  Compliance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code. Real tenants. Real tests.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621280" cy="133731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64008" cy="133731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2024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~2037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34696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master tip d9ea562 (2026-05-08)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1360" y="1783080"/>
            <a:ext cx="2621280" cy="133731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61360" y="1783080"/>
            <a:ext cx="64008" cy="133731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4240" y="192024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79.33%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444240" y="26517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on master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44240" y="2971800"/>
            <a:ext cx="234696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gate at 70%; current run reports 79.33%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65520" y="1783080"/>
            <a:ext cx="2621280" cy="133731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65520" y="1783080"/>
            <a:ext cx="64008" cy="133731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8400" y="192024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48400" y="265176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brownfield UATs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48400" y="2971800"/>
            <a:ext cx="234696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2026-05-01 + 2026-05-06 vs COE_F_SBDEVOPS_POC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303270"/>
            <a:ext cx="2621280" cy="133731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03270"/>
            <a:ext cx="64008" cy="133731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4043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417195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plugins, 11 seam groups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4491990"/>
            <a:ext cx="234696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by sigantry doctor on master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61360" y="3303270"/>
            <a:ext cx="2621280" cy="133731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61360" y="3303270"/>
            <a:ext cx="64008" cy="133731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4240" y="344043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16+213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3444240" y="417195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test suites + tests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444240" y="4491990"/>
            <a:ext cx="234696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audit-2026-05-07 falsifiability sweep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65520" y="3303270"/>
            <a:ext cx="2621280" cy="133731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65520" y="3303270"/>
            <a:ext cx="64008" cy="1337310"/>
          </a:xfrm>
          <a:prstGeom prst="rect">
            <a:avLst/>
          </a:prstGeom>
          <a:solidFill>
            <a:srgbClr val="2C4870"/>
          </a:solidFill>
          <a:ln w="12700">
            <a:solidFill>
              <a:srgbClr val="2C48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8400" y="3440430"/>
            <a:ext cx="234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7A1F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248400" y="4171950"/>
            <a:ext cx="234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items disturbed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48400" y="4491990"/>
            <a:ext cx="2346960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either live brownfield UAT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·  Evidence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GAPS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not shipped yet — and why we say it up front.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points: disclose proactively. Each gap has a known operator command.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194560"/>
            <a:ext cx="64008" cy="5943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67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PyPI publish pending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22677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today via `pip install -e .` from a checkout. Held only on PYPI_API_TOKEN provisioning + V3-RISK-1/2/3 operator UAT closure (26 gates listed in OPERATOR-PUNCHLIST.md).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880360"/>
            <a:ext cx="64008" cy="5943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9535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mirrors pending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9535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sigantry/sigantry-starter and sigantry/demo-sigantry not yet provisioned. Source-of-truth exists at templates/{starter,demo}/; mirror push is operator-driven (CONTEXT D-01..D-03).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566160"/>
            <a:ext cx="64008" cy="5943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6393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JToye trial: maintainer-equivalent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20440" y="36393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16 SEAM-06 live e2e signed off on Bralabee/sigantry-jtoye-uat (audit_hash aa8c0aa9…). JToye-org replay is pending JToye org-admin credentials.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4251960"/>
            <a:ext cx="81381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251960"/>
            <a:ext cx="64008" cy="594360"/>
          </a:xfrm>
          <a:prstGeom prst="rect">
            <a:avLst/>
          </a:prstGeom>
          <a:solidFill>
            <a:srgbClr val="B8841E"/>
          </a:solidFill>
          <a:ln w="12700">
            <a:solidFill>
              <a:srgbClr val="B884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325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cosmetic gaps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20440" y="432511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PIPELINE-03 CR-01 (rollback datetime evaluated twice) + SYNC-PUBLISH idempotent-rerun's moved_items hygiene. Both backlogged with falsifiability tests; CLI summary is truth.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·  Honest gaps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POSTURE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Apache-2.0 forever. Optional commercial levers later.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ADR-0010 locks the licence. Future commercial levers are candidate only — none committed for v3.0.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965960"/>
            <a:ext cx="39319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65960"/>
            <a:ext cx="64008" cy="2606040"/>
          </a:xfrm>
          <a:prstGeom prst="rect">
            <a:avLst/>
          </a:prstGeom>
          <a:solidFill>
            <a:srgbClr val="2F6F3F"/>
          </a:solidFill>
          <a:ln w="12700">
            <a:solidFill>
              <a:srgbClr val="2F6F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 — today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5603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with patent grant (ADR-0010)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sigantry-core (once PyPI lands)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OSS — no per-seat licensing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SLA: best-effort issue triage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customer SSO required to use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965960"/>
            <a:ext cx="393192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965960"/>
            <a:ext cx="64008" cy="2606040"/>
          </a:xfrm>
          <a:prstGeom prst="rect">
            <a:avLst/>
          </a:prstGeom>
          <a:solidFill>
            <a:srgbClr val="8B6F6F"/>
          </a:solidFill>
          <a:ln w="12700">
            <a:solidFill>
              <a:srgbClr val="8B6F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v3.1+ — candidate, not committed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5603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subscription (response-time SLA)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control plane (managed audit ledger)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plugins (lineage to enterprise catalog, HSM-backed keys)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i="1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funded; would require revisiting ADR-0010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·  Commercial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7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moves to make Sigantry sellable beyond the warm intro.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8138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691640"/>
            <a:ext cx="64008" cy="8686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874520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80136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Cut a 90-second video against the demo tenant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0" y="1828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ETA: 1 day · demo tenant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71600" y="212140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15 Test 4 is deferred. Remotion pipeline already built (npm run render). Without it, every prospect must read 31 pages of PDF to grok the wedge.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8138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651760"/>
            <a:ext cx="64008" cy="8686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834640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27614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Publish to PyPI as 3.0.0rc1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0" y="27889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ETA: 30 min · once token set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371600" y="308152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pip install sigantry-core works. Operator Punchlist gates A2 + F1 — two operator commands. Unblocks every prospect's ‘can I try it in 15 minutes?’ question.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81381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C9BFB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611880"/>
            <a:ext cx="64008" cy="86868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7216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Promote the related-work audit to public positioning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00800" y="37490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ETA: 2 h · write + review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4041648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docs/RELATED-WORK.md already has the substance: Sigantry vs fabric-cicd alone vs usf_fabric_cli_cicd vs roll-your-own. Publish as a comparison page on the demo site.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459028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2C4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is real. The story is sharp. The blocker is the public demo + PyPI publish that lets a prospect try it in 15 minutes.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942332"/>
            <a:ext cx="9144000" cy="10973"/>
          </a:xfrm>
          <a:prstGeom prst="rect">
            <a:avLst/>
          </a:prstGeom>
          <a:solidFill>
            <a:srgbClr val="C9BFB1"/>
          </a:solidFill>
          <a:ln w="12700">
            <a:solidFill>
              <a:srgbClr val="C9BF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9606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SIGANTRY · HS2 DATAOPS · v3.0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496062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·  The ask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5C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31720"/>
            <a:ext cx="9144000" cy="36576"/>
          </a:xfrm>
          <a:prstGeom prst="rect">
            <a:avLst/>
          </a:prstGeom>
          <a:solidFill>
            <a:srgbClr val="F5F0E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468880"/>
            <a:ext cx="9144000" cy="36576"/>
          </a:xfrm>
          <a:prstGeom prst="rect">
            <a:avLst/>
          </a:prstGeom>
          <a:solidFill>
            <a:srgbClr val="F5F0E8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ships the deploy.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Sigantry ships the governance and provenance layer around 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Microsoft Fabric Blog — fabric-cicd official support (Feb 2026); March 2026 feature summary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Microsoft Azure Blog — FabCon 2026 (31,000+ Fabric customers)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data-driven.com, Zionclouds, EPC Group — Fabric SOC2 / HIPAA / ISO 27001 2026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Project artefacts: docs/PRODUCT-BRIEF.md, docs/RELATED-WORK.md, OPERATOR-PUNCHLIST.md, CLAUDE.md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Live UAT evidence: HANDOFF.md (Phase 13 brownfield + Phase 17 sync-publish + Phase 16 JToye e2e)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Adjacent product survey: usf_fabric_cli_cicd v1.9.2 (RELATED-WORK.md)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48188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3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 DataOps  ·  Apache-2.0  ·  github.com/Bralabee/fabric_dataops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HS2 DataOps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Sigantry — DataOps for Microsoft Fabric</dc:title>
  <dc:subject>PptxGenJS Presentation</dc:subject>
  <dc:creator>Sigantry / HS2 DataOps</dc:creator>
  <cp:lastModifiedBy>Sigantry / HS2 DataOps</cp:lastModifiedBy>
  <cp:revision>1</cp:revision>
  <dcterms:created xsi:type="dcterms:W3CDTF">2026-05-11T13:14:37Z</dcterms:created>
  <dcterms:modified xsi:type="dcterms:W3CDTF">2026-05-11T13:14:37Z</dcterms:modified>
</cp:coreProperties>
</file>